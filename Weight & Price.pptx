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73090B-C2BC-4574-A6DC-AEEE08DC18C1}">
  <a:tblStyle styleId="{D673090B-C2BC-4574-A6DC-AEEE08DC18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regular.fntdata"/><Relationship Id="rId10" Type="http://schemas.openxmlformats.org/officeDocument/2006/relationships/slide" Target="slides/slide5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1011a66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1011a66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1011a66d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1011a66d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1011a66d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1011a66d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1011a66d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1011a66d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&amp; Analysis #1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 of Components</a:t>
            </a:r>
            <a:endParaRPr/>
          </a:p>
        </p:txBody>
      </p:sp>
      <p:graphicFrame>
        <p:nvGraphicFramePr>
          <p:cNvPr id="79" name="Google Shape;79;p14"/>
          <p:cNvGraphicFramePr/>
          <p:nvPr/>
        </p:nvGraphicFramePr>
        <p:xfrm>
          <a:off x="648625" y="112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{D673090B-C2BC-4574-A6DC-AEEE08DC18C1}</a:tableStyleId>
              </a:tblPr>
              <a:tblGrid>
                <a:gridCol w="2452400"/>
                <a:gridCol w="2452400"/>
                <a:gridCol w="2452400"/>
              </a:tblGrid>
              <a:tr h="347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QTY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Component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Weight (kg)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7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Side Plate - Projector Side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0.99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7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Side Plate - Board Side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0.73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7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Top Plate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0.32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7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Bottom Plate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0.33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7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Fan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7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Fringe Projector &amp; Board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7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/>
                        <a:t>80/20 Support Beams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1.24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7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Camera Support Beam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0.56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7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Front Plate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0.49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1958350" y="575950"/>
            <a:ext cx="6763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 of Components: Continued</a:t>
            </a:r>
            <a:endParaRPr/>
          </a:p>
        </p:txBody>
      </p:sp>
      <p:graphicFrame>
        <p:nvGraphicFramePr>
          <p:cNvPr id="85" name="Google Shape;85;p15"/>
          <p:cNvGraphicFramePr/>
          <p:nvPr/>
        </p:nvGraphicFramePr>
        <p:xfrm>
          <a:off x="682375" y="1057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{D673090B-C2BC-4574-A6DC-AEEE08DC18C1}</a:tableStyleId>
              </a:tblPr>
              <a:tblGrid>
                <a:gridCol w="2401750"/>
                <a:gridCol w="2401750"/>
                <a:gridCol w="2401750"/>
              </a:tblGrid>
              <a:tr h="351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QTY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Component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Weight (kg)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51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Camera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0.25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51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Lens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~0.45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51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Pro1 Manual Angle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0.29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51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Linear Carriage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Not Listed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5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Hand Brake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Not Listed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1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Mounting Plate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N/A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Wiring &amp; MISC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~2.75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1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Handes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Not Listed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1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10.35 (~22.82-lbs)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of Components</a:t>
            </a:r>
            <a:endParaRPr/>
          </a:p>
        </p:txBody>
      </p:sp>
      <p:graphicFrame>
        <p:nvGraphicFramePr>
          <p:cNvPr id="91" name="Google Shape;91;p16"/>
          <p:cNvGraphicFramePr/>
          <p:nvPr/>
        </p:nvGraphicFramePr>
        <p:xfrm>
          <a:off x="873725" y="107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{D673090B-C2BC-4574-A6DC-AEEE08DC18C1}</a:tableStyleId>
              </a:tblPr>
              <a:tblGrid>
                <a:gridCol w="3619500"/>
                <a:gridCol w="3619500"/>
              </a:tblGrid>
              <a:tr h="26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Component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Price (USD $)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6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Pro1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$318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6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Mounting Plate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Part of Current Configuration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6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Camera Mounting Arm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$12.85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6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Handles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$12.80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6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Linear Carriage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$92.32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6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Hand Brakes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$21.54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6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Sticker Ruler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$10.56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6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80/20 Support Beams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Part of current configuration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6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Aluminum Sheets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$51.82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of Components: Continued</a:t>
            </a:r>
            <a:endParaRPr/>
          </a:p>
        </p:txBody>
      </p:sp>
      <p:graphicFrame>
        <p:nvGraphicFramePr>
          <p:cNvPr id="97" name="Google Shape;97;p17"/>
          <p:cNvGraphicFramePr/>
          <p:nvPr/>
        </p:nvGraphicFramePr>
        <p:xfrm>
          <a:off x="873725" y="107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{D673090B-C2BC-4574-A6DC-AEEE08DC18C1}</a:tableStyleId>
              </a:tblPr>
              <a:tblGrid>
                <a:gridCol w="3619500"/>
                <a:gridCol w="3619500"/>
              </a:tblGrid>
              <a:tr h="26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Component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Price (USD $)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6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Poly Carbonate Sheet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$115.46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6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Total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$635.35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