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verage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fad31a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fad31a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fad31a3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fad31a3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fad31a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0fad31a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fad31a3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fad31a3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fad31a3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fad31a3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fad31a3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fad31a3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fad31a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fad31a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pi.edu/Pubs/ETD/Available/etd-082611-133113/unrestricted/Zerva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Repackaging of Fringe Projector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Group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 4320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components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48000" y="1152475"/>
            <a:ext cx="525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Side Panels Al 6061 (8”x12”x.375”) = 3.51 lb x 2 = 7.02 lb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Beam Al 8020 Double wide (1.5”x3”x16”) = 3.23 lb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Black 80/20 Al frame beams (1”x1”x16”) = 1.37 lb x 4 = 5.48 lb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Cables, power adapters, wiring  = est.6 lb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Fringe Projector (Structured light projection package = 1800 g = 3.97 lb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Total weight = approx. 26.8 lb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Camera = 250 g =.55 lb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20160406_130318.jpg" id="67" name="Google Shape;67;p14"/>
          <p:cNvPicPr preferRelativeResize="0"/>
          <p:nvPr/>
        </p:nvPicPr>
        <p:blipFill rotWithShape="1">
          <a:blip r:embed="rId3">
            <a:alphaModFix/>
          </a:blip>
          <a:srcRect b="-4778" l="16464" r="17016" t="0"/>
          <a:stretch/>
        </p:blipFill>
        <p:spPr>
          <a:xfrm>
            <a:off x="6066350" y="339975"/>
            <a:ext cx="2765946" cy="233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160406_130404.jpg" id="68" name="Google Shape;68;p14"/>
          <p:cNvPicPr preferRelativeResize="0"/>
          <p:nvPr/>
        </p:nvPicPr>
        <p:blipFill rotWithShape="1">
          <a:blip r:embed="rId4">
            <a:alphaModFix/>
          </a:blip>
          <a:srcRect b="16600" l="27249" r="8210" t="2976"/>
          <a:stretch/>
        </p:blipFill>
        <p:spPr>
          <a:xfrm>
            <a:off x="6066350" y="2875200"/>
            <a:ext cx="2765946" cy="19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Layout Changes</a:t>
            </a:r>
            <a:endParaRPr/>
          </a:p>
        </p:txBody>
      </p:sp>
      <p:pic>
        <p:nvPicPr>
          <p:cNvPr descr="20160406_130318.jpg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18398" r="20132" t="0"/>
          <a:stretch/>
        </p:blipFill>
        <p:spPr>
          <a:xfrm>
            <a:off x="311700" y="1042399"/>
            <a:ext cx="3021517" cy="27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4727" y="136625"/>
            <a:ext cx="4495328" cy="252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257775" y="3838725"/>
            <a:ext cx="36132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Weight Reduction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Thinner plates/Milled plates: up to 4.68 lb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Remove double wide 80/20:  3.23 lb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Replace double wide 80/20 with 1” square beam: 1.86 lb</a:t>
            </a:r>
            <a:endParaRPr sz="1200"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5">
            <a:alphaModFix/>
          </a:blip>
          <a:srcRect b="0" l="17838" r="14948" t="17546"/>
          <a:stretch/>
        </p:blipFill>
        <p:spPr>
          <a:xfrm>
            <a:off x="6443476" y="3069225"/>
            <a:ext cx="2436649" cy="168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0599" y="2846300"/>
            <a:ext cx="2575700" cy="190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Cable Management</a:t>
            </a:r>
            <a:endParaRPr/>
          </a:p>
        </p:txBody>
      </p:sp>
      <p:pic>
        <p:nvPicPr>
          <p:cNvPr descr="20160406_130318.jpg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18398" r="20132" t="0"/>
          <a:stretch/>
        </p:blipFill>
        <p:spPr>
          <a:xfrm>
            <a:off x="311700" y="1042388"/>
            <a:ext cx="3342703" cy="305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12418" l="26468" r="19855" t="3052"/>
          <a:stretch/>
        </p:blipFill>
        <p:spPr>
          <a:xfrm>
            <a:off x="4413475" y="313003"/>
            <a:ext cx="3533623" cy="31302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173800" y="3651750"/>
            <a:ext cx="36132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Weight Reduction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Removing/relocating cables: up to 5 lb at end effector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Positioning Camera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14865" r="0" t="0"/>
          <a:stretch/>
        </p:blipFill>
        <p:spPr>
          <a:xfrm>
            <a:off x="172500" y="1037850"/>
            <a:ext cx="5423879" cy="3583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5681625" y="1121425"/>
            <a:ext cx="3613200" cy="10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Weight Reduction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Adds weight from camera: .55 lb 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Added Weight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Handles: .43 lb per handle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Acrylic casing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 and bottom panels: 2.18 lb per panel .375 thickness, 1.09 lb per panel 3/16” thickness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 panel: 3.27 lb for .325” thickness, 1.63 lb for 3/16” thickness,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Camera: .55 lb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Sensors: unknown at this point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Estimates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Expect to reduce weight by approximately 5 pounds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Optimistically, 7-8 pounds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WPI paper on the original packaging - </a:t>
            </a:r>
            <a:r>
              <a:rPr lang="en">
                <a:uFill>
                  <a:noFill/>
                </a:uFill>
                <a:hlinkClick r:id="rId3"/>
              </a:rPr>
              <a:t>https://www.wpi.edu/Pubs/ETD/Available/etd-082611-133113/unrestricted/Zervas.pdf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Steel handle used - http://www.knobdeals.com/product/391/knob-deals-1110-3-12quot-89mm-steel-bar-pull-satin-nickel?gclid=CM6LwLKA_csCFcNahgodviAGIw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