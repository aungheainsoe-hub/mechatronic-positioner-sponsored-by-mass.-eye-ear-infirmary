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5143500" cx="9144000"/>
  <p:notesSz cx="6858000" cy="9144000"/>
  <p:embeddedFontLst>
    <p:embeddedFont>
      <p:font typeface="Old Standard TT"/>
      <p:regular r:id="rId9"/>
      <p:bold r:id="rId10"/>
      <p: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font" Target="fonts/OldStandardTT-italic.fntdata"/><Relationship Id="rId10" Type="http://schemas.openxmlformats.org/officeDocument/2006/relationships/font" Target="fonts/OldStandardTT-bold.fntdata"/><Relationship Id="rId9" Type="http://schemas.openxmlformats.org/officeDocument/2006/relationships/font" Target="fonts/OldStandardTT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123f1f6cc6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123f1f6cc6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23f1f6cc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123f1f6cc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23f1f6cc6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123f1f6cc6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UPDATE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&amp; Analysis 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Updates From Yesterday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After changing the plates to 1/8" Garolite G-10 Only reduced the weight of the frame by 4lbs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Wiring can be held adjacent to the C-bracket as seen from Design &amp; Analysis #2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At this point we are not sure how easily manufacture the material is and believe we should proceed with the current aluminum and polycarbonate set up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Angle and Arm Length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 angle α between the camera and projector can be calculated using sine law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 angle β can either be read directly off of the mounting plate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Camera support arm should be approximately 27.5” based off of our calculation of D.cp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Allows for a maximum angle of 45 degrees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73" name="Google Shape;7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3175" y="1079800"/>
            <a:ext cx="3919775" cy="356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Work</a:t>
            </a:r>
            <a:endParaRPr/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 Laser pointer into the assembly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Finalize Connection Points to Arm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Finalize housings for mini-DAQ box and Red box connecting to the DLP board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Mount Distance Sensor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